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F9415-EBC7-489B-971D-2E6F33710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D4F164D-0D5A-447C-980A-F20DF1672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B5CC728-C418-49F8-867D-705C7D593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B2171B-FDEA-44B3-AA0C-83A6BC84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E85146-B393-4294-8795-2FEC04DF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865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CC0BE5-A5C4-4925-9A07-815AF5289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C896AE-A9EA-4AFA-A541-017AA50DB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808D47-5111-45B5-835F-51C22987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1123B5-D6E1-41F8-8D5F-7AC951C4B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DD84B7-F3E1-48AA-B5A0-FBCCE922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18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F4DB13-9329-42D4-BE57-FDDECEB3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94ECAD-F5AC-407C-9323-61A4D52EB5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B3634A-C87B-4669-A5FD-EC119B533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E6550-EFA0-4522-8617-8C62191B4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B43172-620B-4755-8A64-E8DB88DC1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15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97D023-69C2-4C73-A648-C575062F2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768722A-AAAA-4B63-BD52-781511D1E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39AEA7D-6FDC-43A0-BF6E-3C8F65FCE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321F2B8-BE08-4143-9AA5-BBFCFD347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A8ABDF-DFE6-4E2E-8E6F-9B1102D7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34DBD4-1740-4F0E-BE86-F606F78CA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08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BC5C7-21E1-4776-8770-802A2733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DA0E8A-DB00-4F39-B51F-18FFA28C4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05E44B-A5F3-43DC-B9A9-6D6E0BB11C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2A10B5-4D14-4206-96B0-72EC9BA3A1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781214A-368A-468F-BB60-FC13064F7F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E0871E-9220-4A12-8421-4E9394BE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1A8B4F2-407E-497F-820C-D9BB5B1B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32EFD63-3BDE-415E-8E7E-07C4D2AC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942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251049-5C54-4852-9154-E513FFE5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B5E0F68-D09C-42C3-8B02-937630096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26D70F4-BA18-489A-8BDE-B64D8205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16A6598-5F06-424A-B493-9188BB4C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953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1E5D73D-8111-4771-BC75-52CD83238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50AE51C-C58D-4266-97EB-B072D59E3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DE849D-79DD-4826-AC96-BBFE667F6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668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BD129-23CE-4C8E-B7E6-60FFB7434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149B9-1D56-4689-AA46-E1B167A6A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AB205F-39EF-4F33-96C4-2D934FC15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CB05B0-F2B9-4247-88A1-77E68D698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6FBC10-B0CE-41BF-9227-4C2E7E4B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6D3AA4-F873-4BB0-BF84-0C85936D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5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C4C30-0059-41ED-95E4-2E0B60175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7740A2-18E4-4A1B-A604-3B4C3CB416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B9154C6-A168-419D-A192-63831B3C4A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DB544-4F15-4A41-8692-D801DC77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2F21505-5D90-4AFC-AE76-88EB02FF3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FEA88E-8865-4E08-8CD5-4F41426D3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788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B0E51-FE00-4A9E-B1DA-649CD09D5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4B90876-98DA-4B40-99B8-58B116129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565540D-F61B-4DC9-B89C-781385931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0E55B-48A5-4A6D-BAF6-3E1CFC6C0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F568FC-065E-4613-9DCB-3E493E20C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843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6D5B75E-73CB-46DF-B803-759BA5D4E1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48F79DB-E554-4B38-AA2F-57FD85CD2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D24C7F-84DA-4AA0-B755-36D022EBA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9110FC-DA72-4914-8DB4-34B791653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DB28EF-67DA-47D4-AE38-6CB7AF63F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726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7DE619-C9AA-41FB-B4E4-3B6FF9635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6F6F3A-C8F4-4EAA-A8D9-48BC214F1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2D127A-B99C-4612-82F3-4147E9889B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C4C60-DF51-47E8-92C6-699303577B1D}" type="datetimeFigureOut">
              <a:rPr lang="pt-BR" smtClean="0"/>
              <a:t>06/09/2018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61A9DA-B403-4BF0-B7C0-F3E140D8F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560F4D-629F-416E-B063-C8AFFA910A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EA990-C9E8-4DB5-AE5D-BDED6CA00F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9080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555856-9970-4BC3-9AA9-6A917F53A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9972" y="0"/>
            <a:ext cx="6421721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Uma imagem contendo silhueta&#10;&#10;Descrição gerada com alta confiança">
            <a:extLst>
              <a:ext uri="{FF2B5EF4-FFF2-40B4-BE49-F238E27FC236}">
                <a16:creationId xmlns:a16="http://schemas.microsoft.com/office/drawing/2014/main" id="{7F487851-BFAF-46D8-A1ED-50CAD6E46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86E45B2-89D1-4EAC-89CF-884244BA6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484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pt-BR" sz="4400">
                <a:solidFill>
                  <a:srgbClr val="000000"/>
                </a:solidFill>
              </a:rPr>
              <a:t>LEAN STARTUP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0FF903-5A43-492D-8698-13C2CDEDD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788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pt-BR" sz="1800">
                <a:solidFill>
                  <a:srgbClr val="000000"/>
                </a:solidFill>
              </a:rPr>
              <a:t>O QUE VOCÊ PRECISA SABER</a:t>
            </a:r>
          </a:p>
        </p:txBody>
      </p:sp>
      <p:sp>
        <p:nvSpPr>
          <p:cNvPr id="14" name="Freeform 50">
            <a:extLst>
              <a:ext uri="{FF2B5EF4-FFF2-40B4-BE49-F238E27FC236}">
                <a16:creationId xmlns:a16="http://schemas.microsoft.com/office/drawing/2014/main" id="{13722DD7-BA73-4776-93A3-94491FEF7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27121" y="581159"/>
            <a:ext cx="5464879" cy="6276841"/>
          </a:xfrm>
          <a:custGeom>
            <a:avLst/>
            <a:gdLst>
              <a:gd name="connsiteX0" fmla="*/ 3299930 w 5464879"/>
              <a:gd name="connsiteY0" fmla="*/ 0 h 6276841"/>
              <a:gd name="connsiteX1" fmla="*/ 5398992 w 5464879"/>
              <a:gd name="connsiteY1" fmla="*/ 753544 h 6276841"/>
              <a:gd name="connsiteX2" fmla="*/ 5464879 w 5464879"/>
              <a:gd name="connsiteY2" fmla="*/ 813426 h 6276841"/>
              <a:gd name="connsiteX3" fmla="*/ 5464879 w 5464879"/>
              <a:gd name="connsiteY3" fmla="*/ 5786434 h 6276841"/>
              <a:gd name="connsiteX4" fmla="*/ 5398992 w 5464879"/>
              <a:gd name="connsiteY4" fmla="*/ 5846317 h 6276841"/>
              <a:gd name="connsiteX5" fmla="*/ 4872873 w 5464879"/>
              <a:gd name="connsiteY5" fmla="*/ 6201577 h 6276841"/>
              <a:gd name="connsiteX6" fmla="*/ 4716632 w 5464879"/>
              <a:gd name="connsiteY6" fmla="*/ 6276841 h 6276841"/>
              <a:gd name="connsiteX7" fmla="*/ 1883227 w 5464879"/>
              <a:gd name="connsiteY7" fmla="*/ 6276841 h 6276841"/>
              <a:gd name="connsiteX8" fmla="*/ 1726987 w 5464879"/>
              <a:gd name="connsiteY8" fmla="*/ 6201577 h 6276841"/>
              <a:gd name="connsiteX9" fmla="*/ 0 w 5464879"/>
              <a:gd name="connsiteY9" fmla="*/ 3299930 h 6276841"/>
              <a:gd name="connsiteX10" fmla="*/ 3299930 w 5464879"/>
              <a:gd name="connsiteY10" fmla="*/ 0 h 6276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64879" h="6276841">
                <a:moveTo>
                  <a:pt x="3299930" y="0"/>
                </a:moveTo>
                <a:cubicBezTo>
                  <a:pt x="4097274" y="0"/>
                  <a:pt x="4828569" y="282789"/>
                  <a:pt x="5398992" y="753544"/>
                </a:cubicBezTo>
                <a:lnTo>
                  <a:pt x="5464879" y="813426"/>
                </a:lnTo>
                <a:lnTo>
                  <a:pt x="5464879" y="5786434"/>
                </a:lnTo>
                <a:lnTo>
                  <a:pt x="5398992" y="5846317"/>
                </a:lnTo>
                <a:cubicBezTo>
                  <a:pt x="5236014" y="5980818"/>
                  <a:pt x="5059904" y="6099975"/>
                  <a:pt x="4872873" y="6201577"/>
                </a:cubicBezTo>
                <a:lnTo>
                  <a:pt x="4716632" y="6276841"/>
                </a:lnTo>
                <a:lnTo>
                  <a:pt x="1883227" y="6276841"/>
                </a:lnTo>
                <a:lnTo>
                  <a:pt x="1726987" y="6201577"/>
                </a:lnTo>
                <a:cubicBezTo>
                  <a:pt x="698316" y="5642769"/>
                  <a:pt x="0" y="4552900"/>
                  <a:pt x="0" y="3299930"/>
                </a:cubicBezTo>
                <a:cubicBezTo>
                  <a:pt x="0" y="1477429"/>
                  <a:pt x="1477429" y="0"/>
                  <a:pt x="3299930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4DC8EEA-104B-40C4-9D1F-02F95F5210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85554" y="1697277"/>
            <a:ext cx="3190192" cy="437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468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startup enxuta">
            <a:extLst>
              <a:ext uri="{FF2B5EF4-FFF2-40B4-BE49-F238E27FC236}">
                <a16:creationId xmlns:a16="http://schemas.microsoft.com/office/drawing/2014/main" id="{344C4096-E827-4B3D-9563-B93597E7C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5828" y="1953127"/>
            <a:ext cx="4420760" cy="442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pt-BR" dirty="0"/>
              <a:t>A Startup Enxuta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pt-BR" sz="2400"/>
              <a:t>Eliminar desperdícios</a:t>
            </a:r>
          </a:p>
          <a:p>
            <a:r>
              <a:rPr lang="pt-BR" sz="2400"/>
              <a:t>Fazer o necessáiro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707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aplicaÃ§Ã£o">
            <a:extLst>
              <a:ext uri="{FF2B5EF4-FFF2-40B4-BE49-F238E27FC236}">
                <a16:creationId xmlns:a16="http://schemas.microsoft.com/office/drawing/2014/main" id="{2C38632D-8D86-41A5-83E5-AE02778EF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6278" y="1800423"/>
            <a:ext cx="3951136" cy="3951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pt-BR" dirty="0"/>
              <a:t>Como aplicar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Modelo de Negócio (CANVAS)</a:t>
            </a:r>
          </a:p>
          <a:p>
            <a:r>
              <a:rPr lang="pt-BR" sz="2400" dirty="0"/>
              <a:t>Desenvolvimento com clientes</a:t>
            </a:r>
          </a:p>
          <a:p>
            <a:r>
              <a:rPr lang="pt-BR" sz="2400" dirty="0"/>
              <a:t>Desenvolvimento ágil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077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pt-BR" dirty="0"/>
              <a:t>Premissas básicas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Hipóteses</a:t>
            </a:r>
          </a:p>
          <a:p>
            <a:r>
              <a:rPr lang="pt-BR" sz="2400" dirty="0"/>
              <a:t>Validações</a:t>
            </a:r>
          </a:p>
          <a:p>
            <a:r>
              <a:rPr lang="pt-BR" sz="2400" dirty="0"/>
              <a:t>Aprendizados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  <p:pic>
        <p:nvPicPr>
          <p:cNvPr id="1026" name="Picture 2" descr="Image result for ciclo Lean">
            <a:extLst>
              <a:ext uri="{FF2B5EF4-FFF2-40B4-BE49-F238E27FC236}">
                <a16:creationId xmlns:a16="http://schemas.microsoft.com/office/drawing/2014/main" id="{275CACFE-C709-4E0F-B5E7-28ECE2E1E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60" y="1885949"/>
            <a:ext cx="40576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5495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valor">
            <a:extLst>
              <a:ext uri="{FF2B5EF4-FFF2-40B4-BE49-F238E27FC236}">
                <a16:creationId xmlns:a16="http://schemas.microsoft.com/office/drawing/2014/main" id="{95100320-8D4C-470C-9C1E-AECF2159C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5755" y="1443824"/>
            <a:ext cx="4428380" cy="4428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pt-BR" dirty="0"/>
              <a:t>O famoso MVP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429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Produto mínimo utilizável</a:t>
            </a:r>
          </a:p>
          <a:p>
            <a:r>
              <a:rPr lang="pt-BR" sz="2400" dirty="0"/>
              <a:t>O que gera valor</a:t>
            </a:r>
          </a:p>
          <a:p>
            <a:r>
              <a:rPr lang="pt-BR" sz="2400" dirty="0"/>
              <a:t>O item principal</a:t>
            </a:r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96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428" y="627564"/>
            <a:ext cx="7474172" cy="1325563"/>
          </a:xfrm>
        </p:spPr>
        <p:txBody>
          <a:bodyPr>
            <a:normAutofit/>
          </a:bodyPr>
          <a:lstStyle/>
          <a:p>
            <a:r>
              <a:rPr lang="pt-BR" dirty="0"/>
              <a:t>Um MVP inteligente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  <p:pic>
        <p:nvPicPr>
          <p:cNvPr id="6" name="Imagem 5" descr="Uma imagem contendo bola de sinuca&#10;&#10;Descrição gerada com alta confiança">
            <a:extLst>
              <a:ext uri="{FF2B5EF4-FFF2-40B4-BE49-F238E27FC236}">
                <a16:creationId xmlns:a16="http://schemas.microsoft.com/office/drawing/2014/main" id="{BE57E207-004B-4FC5-9EE0-A852C718E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6" y="1736193"/>
            <a:ext cx="8146687" cy="486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06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Related image">
            <a:extLst>
              <a:ext uri="{FF2B5EF4-FFF2-40B4-BE49-F238E27FC236}">
                <a16:creationId xmlns:a16="http://schemas.microsoft.com/office/drawing/2014/main" id="{3EE4DF5B-CEFB-428B-8ED4-51EC3C0C8D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5874" y="2738232"/>
            <a:ext cx="4733731" cy="355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358" y="627564"/>
            <a:ext cx="8952453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Tá legal, mas como utilizo isso com clientes que tem seus projetos “definidos”?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017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Fatores básicos de satisfação</a:t>
            </a:r>
          </a:p>
          <a:p>
            <a:r>
              <a:rPr lang="pt-BR" sz="2400" dirty="0"/>
              <a:t>Fatores esperados de satisfação</a:t>
            </a:r>
          </a:p>
          <a:p>
            <a:r>
              <a:rPr lang="pt-BR" sz="2400" dirty="0"/>
              <a:t>Fatores inesperados de satisfação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2819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358" y="627564"/>
            <a:ext cx="8952453" cy="1325563"/>
          </a:xfrm>
        </p:spPr>
        <p:txBody>
          <a:bodyPr>
            <a:normAutofit/>
          </a:bodyPr>
          <a:lstStyle/>
          <a:p>
            <a:r>
              <a:rPr lang="pt-BR" dirty="0"/>
              <a:t>A famosa lei de Pareto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017" y="2278173"/>
            <a:ext cx="6467867" cy="345061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80/20</a:t>
            </a:r>
          </a:p>
          <a:p>
            <a:r>
              <a:rPr lang="pt-BR" sz="2400" dirty="0"/>
              <a:t>80% de resultado</a:t>
            </a:r>
          </a:p>
          <a:p>
            <a:r>
              <a:rPr lang="pt-BR" sz="2400" dirty="0"/>
              <a:t>20% de esforço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  <p:pic>
        <p:nvPicPr>
          <p:cNvPr id="7170" name="Picture 2" descr="Image result for lei de pareto">
            <a:extLst>
              <a:ext uri="{FF2B5EF4-FFF2-40B4-BE49-F238E27FC236}">
                <a16:creationId xmlns:a16="http://schemas.microsoft.com/office/drawing/2014/main" id="{48E93D75-1B0F-4878-8EB5-69FAE6FA30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1493" y="2904624"/>
            <a:ext cx="304800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8711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duvidas">
            <a:extLst>
              <a:ext uri="{FF2B5EF4-FFF2-40B4-BE49-F238E27FC236}">
                <a16:creationId xmlns:a16="http://schemas.microsoft.com/office/drawing/2014/main" id="{A41F4B77-062E-4C38-944A-7E1BEB102B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580" y="3841472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358" y="627564"/>
            <a:ext cx="8952453" cy="1325563"/>
          </a:xfrm>
        </p:spPr>
        <p:txBody>
          <a:bodyPr>
            <a:normAutofit/>
          </a:bodyPr>
          <a:lstStyle/>
          <a:p>
            <a:r>
              <a:rPr lang="pt-BR" dirty="0"/>
              <a:t>Dúvidas que surgem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017" y="2278173"/>
            <a:ext cx="6737955" cy="3450613"/>
          </a:xfrm>
        </p:spPr>
        <p:txBody>
          <a:bodyPr anchor="ctr">
            <a:normAutofit/>
          </a:bodyPr>
          <a:lstStyle/>
          <a:p>
            <a:r>
              <a:rPr lang="pt-BR" sz="2400" dirty="0"/>
              <a:t>Mas eu preciso realmente ter esse conhecimento?</a:t>
            </a:r>
          </a:p>
          <a:p>
            <a:r>
              <a:rPr lang="pt-BR" sz="2400" dirty="0"/>
              <a:t>O cliente pede, eu anoto, o desenvolvedor faz, não era pra ser simples assim?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895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EED93-B9F4-4CDB-ADB0-32EFE95FE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358" y="627564"/>
            <a:ext cx="8952453" cy="1325563"/>
          </a:xfrm>
        </p:spPr>
        <p:txBody>
          <a:bodyPr>
            <a:normAutofit/>
          </a:bodyPr>
          <a:lstStyle/>
          <a:p>
            <a:r>
              <a:rPr lang="pt-BR" dirty="0"/>
              <a:t>Seja diferente – O mercado está cheio de “garçons de requisitos”.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6CA10B-AA28-4ABF-9DE6-E5908278E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017" y="2278173"/>
            <a:ext cx="6737955" cy="3450613"/>
          </a:xfrm>
        </p:spPr>
        <p:txBody>
          <a:bodyPr anchor="ctr">
            <a:normAutofit/>
          </a:bodyPr>
          <a:lstStyle/>
          <a:p>
            <a:r>
              <a:rPr lang="pt-BR" dirty="0"/>
              <a:t>“Eu gosto do impossível porque lá a concorrência é menor.” - Walt Disney 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F08F23D-DCA4-48AE-9DA1-95F47A3F9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69027" y="2857501"/>
            <a:ext cx="832917" cy="1142998"/>
          </a:xfrm>
          <a:prstGeom prst="rect">
            <a:avLst/>
          </a:prstGeom>
        </p:spPr>
      </p:pic>
      <p:pic>
        <p:nvPicPr>
          <p:cNvPr id="9218" name="Picture 2" descr="Image result for walt disney assinatura">
            <a:extLst>
              <a:ext uri="{FF2B5EF4-FFF2-40B4-BE49-F238E27FC236}">
                <a16:creationId xmlns:a16="http://schemas.microsoft.com/office/drawing/2014/main" id="{1F5D6B3D-601E-41C0-85B7-5208F6A8E0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361" y="5285873"/>
            <a:ext cx="2857500" cy="885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182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148</Words>
  <Application>Microsoft Office PowerPoint</Application>
  <PresentationFormat>Widescreen</PresentationFormat>
  <Paragraphs>31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LEAN STARTUP</vt:lpstr>
      <vt:lpstr>A Startup Enxuta</vt:lpstr>
      <vt:lpstr>Como aplicar</vt:lpstr>
      <vt:lpstr>Premissas básicas</vt:lpstr>
      <vt:lpstr>O famoso MVP</vt:lpstr>
      <vt:lpstr>Um MVP inteligente</vt:lpstr>
      <vt:lpstr>Tá legal, mas como utilizo isso com clientes que tem seus projetos “definidos”?</vt:lpstr>
      <vt:lpstr>A famosa lei de Pareto</vt:lpstr>
      <vt:lpstr>Dúvidas que surgem</vt:lpstr>
      <vt:lpstr>Seja diferente – O mercado está cheio de “garçons de requisitos”.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LEAN STARTUP</dc:title>
  <dc:creator>VINICIUS LEMES</dc:creator>
  <cp:lastModifiedBy>VINICIUS LEMES</cp:lastModifiedBy>
  <cp:revision>9</cp:revision>
  <dcterms:created xsi:type="dcterms:W3CDTF">2018-09-05T16:22:15Z</dcterms:created>
  <dcterms:modified xsi:type="dcterms:W3CDTF">2018-09-06T12:55:43Z</dcterms:modified>
</cp:coreProperties>
</file>